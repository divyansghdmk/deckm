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66CC"/>
                </a:solidFill>
              </a:defRPr>
            </a:pPr>
            <a:r>
              <a:t>DECKMOUNT 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Vision 2026: Strategic Diagnostic Hub</a:t>
            </a:r>
          </a:p>
          <a:p>
            <a:r>
              <a:t>Ankur Sir's Executive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in our 2026 lineup answers four critical questions:</a:t>
            </a:r>
          </a:p>
          <a:p>
            <a:pPr lvl="1"/>
            <a:r>
              <a:t>• Problem Faced Before</a:t>
            </a:r>
          </a:p>
          <a:p>
            <a:pPr lvl="1"/>
            <a:r>
              <a:t>• Why we are doing this?</a:t>
            </a:r>
          </a:p>
          <a:p>
            <a:pPr lvl="1"/>
            <a:r>
              <a:t>• Market Differentiation</a:t>
            </a:r>
          </a:p>
          <a:p>
            <a:pPr lvl="1"/>
            <a:r>
              <a:t>• Coming 6-Month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Rhythm UltraMax (AI-Portable)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t>Problem: Compromised signal quality in portables.</a:t>
            </a:r>
          </a:p>
          <a:p>
            <a:r>
              <a:t>Why: 12-lead accuracy in 298g handheld.</a:t>
            </a:r>
          </a:p>
          <a:p>
            <a:r>
              <a:t>Edge: 24-bit ADC + AI + Cloud Sync.</a:t>
            </a:r>
          </a:p>
        </p:txBody>
      </p:sp>
      <p:pic>
        <p:nvPicPr>
          <p:cNvPr id="4" name="Picture 3" descr="rhythm_ultramax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67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12-Channel ECG (Table Top)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Clinical Hub for PHCs</a:t>
            </a:r>
          </a:p>
          <a:p>
            <a:r>
              <a:t>• 10s Simultaneous Acquisition</a:t>
            </a:r>
          </a:p>
          <a:p>
            <a:r>
              <a:t>• 99.7% Clinical Grade Accuracy</a:t>
            </a:r>
          </a:p>
          <a:p>
            <a:r>
              <a:t>• CardioX Cloud PDF Sync</a:t>
            </a:r>
          </a:p>
        </p:txBody>
      </p:sp>
      <p:pic>
        <p:nvPicPr>
          <p:cNvPr id="4" name="Picture 3" descr="ecg_tabl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BiPAP VT Series (VT400 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Pure Therapy &amp; Advanced Ventilation</a:t>
            </a:r>
          </a:p>
          <a:p>
            <a:r>
              <a:t>• 99.97% HEPA Filtration (PM2.5)</a:t>
            </a:r>
          </a:p>
          <a:p>
            <a:r>
              <a:t>• Adaptive VGPS / ST Modes</a:t>
            </a:r>
          </a:p>
          <a:p>
            <a:r>
              <a:t>• Volume Assurance up to 2000ml</a:t>
            </a:r>
          </a:p>
        </p:txBody>
      </p:sp>
      <p:pic>
        <p:nvPicPr>
          <p:cNvPr id="4" name="Picture 3" descr="bipap_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Sleep Sense Level 3 (SS100)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Home Clinical Sleep Studies</a:t>
            </a:r>
          </a:p>
          <a:p>
            <a:r>
              <a:t>• 214g Ultra-Light Wearable</a:t>
            </a:r>
          </a:p>
          <a:p>
            <a:r>
              <a:t>• 8GB Internal Storage (16k hrs)</a:t>
            </a:r>
          </a:p>
          <a:p>
            <a:r>
              <a:t>• 95%+ AI Auto-Scoring Accuracy</a:t>
            </a:r>
          </a:p>
        </p:txBody>
      </p:sp>
      <p:pic>
        <p:nvPicPr>
          <p:cNvPr id="4" name="Picture 3" descr="sleepsens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CardioX: Sharpest Sensitivity 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30+ Critical Abnormalities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12 Arrhythmias: AFib, VF/VT, Brady/Tachycardia, PVC/PAC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10 Conduction: AV Blocks (I, II, III), RBBB, LBBB, WPW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08 Morphology: ST Elevation/Depression, T-Wave Inversion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Coming 6-Month Strategic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• CDSCO Scaling: UltraMax &amp; VT Series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Official CardioX Mobile App Launch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PHC Deployment: 500+ Clinics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Cloud Monitoring Dashboard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