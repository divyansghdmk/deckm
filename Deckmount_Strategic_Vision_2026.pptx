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DECKMOUNT ELECTRONICS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Vision 2026: Strategic Diagnostic Hub</a:t>
            </a:r>
          </a:p>
          <a:p>
            <a:r>
              <a:t>Ankur Sir's Executive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66CC"/>
                </a:solidFill>
              </a:defRPr>
            </a:pPr>
            <a:r>
              <a:t>The Strategic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product in our 2026 lineup answers four critical questions:</a:t>
            </a:r>
          </a:p>
          <a:p>
            <a:pPr lvl="1"/>
            <a:r>
              <a:t>1. What problem are we facing before?</a:t>
            </a:r>
          </a:p>
          <a:p>
            <a:pPr lvl="1"/>
            <a:r>
              <a:t>2. Why we are doing this?</a:t>
            </a:r>
          </a:p>
          <a:p>
            <a:pPr lvl="1"/>
            <a:r>
              <a:t>3. How is it different from the market?</a:t>
            </a:r>
          </a:p>
          <a:p>
            <a:pPr lvl="1"/>
            <a:r>
              <a:t>4. What is the Coming 6-Month Program?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66CC"/>
                </a:solidFill>
              </a:defRPr>
            </a:pPr>
            <a:r>
              <a:t>Rhythm UltraMax (AI-Portable)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Portable ECGs compromise on signal quality (8-12 bit) and lack AI interpretation.</a:t>
            </a:r>
          </a:p>
          <a:p>
            <a:r>
              <a:t>Why: To deliver hospital-grade 12-lead accuracy in a 298g handheld form factor (24-bit ADC).</a:t>
            </a:r>
          </a:p>
          <a:p>
            <a:r>
              <a:t>Difference: 24-bit ADC + 99.9% Accuracy + CardioX AI Software + BLE 5.0 Cloud Sync.</a:t>
            </a:r>
          </a:p>
          <a:p>
            <a:r>
              <a:t>6-Month Program: Official Launch of CardioX Mobile App &amp; CDSCO Scaling.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66CC"/>
                </a:solidFill>
              </a:defRPr>
            </a:pPr>
            <a:r>
              <a:t>12-Channel ECG (Table Top)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Slow acquisition (30s+) and manual errors delay treatment in the 'Golden Hour'.</a:t>
            </a:r>
          </a:p>
          <a:p>
            <a:r>
              <a:t>Why: 10-second acquisition speed and 99.7% trace accuracy for all clinics.</a:t>
            </a:r>
          </a:p>
          <a:p>
            <a:r>
              <a:t>Difference: AI-automated measurements at 1/4th the price of imports (₹90,000).</a:t>
            </a:r>
          </a:p>
          <a:p>
            <a:r>
              <a:t>6-Month Program: PHC deployment across North India + CardioX Cloud Sync.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66CC"/>
                </a:solidFill>
              </a:defRPr>
            </a:pPr>
            <a:r>
              <a:t>BiPAP VT Series (VT400 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Fixed pressure discomfort and poor filtration in traditional BiPAPs.</a:t>
            </a:r>
          </a:p>
          <a:p>
            <a:r>
              <a:t>Why: 'Pure Therapy' with 99.97% HEPA filtration and adaptive VGPS modes.</a:t>
            </a:r>
          </a:p>
          <a:p>
            <a:r>
              <a:t>Difference: Integrated PM2.5 capture + Volume Assurance (2000ml) + Made in India.</a:t>
            </a:r>
          </a:p>
          <a:p>
            <a:r>
              <a:t>6-Month Program: Launch of centralized remote monitoring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66CC"/>
                </a:solidFill>
              </a:defRPr>
            </a:pPr>
            <a:r>
              <a:t>Sleep Sense Level 3 (SS100)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Expensive hospital stays and bulky equipment for sleep studies.</a:t>
            </a:r>
          </a:p>
          <a:p>
            <a:r>
              <a:t>Why: Democratize sleep diagnostics with a 214g wearable for home clinical studies.</a:t>
            </a:r>
          </a:p>
          <a:p>
            <a:r>
              <a:t>Difference: 8GB internal storage + 95% automated analysis accuracy.</a:t>
            </a:r>
          </a:p>
          <a:p>
            <a:r>
              <a:t>6-Month Program: Mobile app integration for real-time patient alerts.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66CC"/>
                </a:solidFill>
              </a:defRPr>
            </a:pPr>
            <a:r>
              <a:t>CardioX Software Suite: Clinical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Beyond Visualization: Automated Intelligence Engine</a:t>
            </a:r>
          </a:p>
          <a:p>
            <a:r>
              <a:t>- Automated PQRS Metrics (Bazett's Correction)</a:t>
            </a:r>
          </a:p>
          <a:p>
            <a:r>
              <a:t>- Signal Processing (50/60Hz Artifact Suppression)</a:t>
            </a:r>
          </a:p>
          <a:p>
            <a:r>
              <a:t>- Interactive Tools (Virtual Digital Calipers)</a:t>
            </a:r>
          </a:p>
          <a:p>
            <a:r>
              <a:t>- AI Diagnostic Assist (Cardmia Clinical Chatbot)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66CC"/>
                </a:solidFill>
              </a:defRPr>
            </a:pPr>
            <a:r>
              <a:t>Detection Power: 20+ ECG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ECG engine detects rhythm and morphology findings with 99.9% sensitivity:</a:t>
            </a:r>
          </a:p>
          <a:p>
            <a:r>
              <a:t>- 11 Core Rhythms: VF/VT, AFib, Flutter, AV Blocks (I, II, III)</a:t>
            </a:r>
          </a:p>
          <a:p>
            <a:r>
              <a:t>- Morphology: RBBB, LBBB, PVC, PAC, ST Elevation/Depression</a:t>
            </a:r>
          </a:p>
          <a:p>
            <a:r>
              <a:t>- Reliability: Parallel Map + Serial Reduce analysis pattern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66CC"/>
                </a:solidFill>
              </a:defRPr>
            </a:pPr>
            <a:r>
              <a:t>Technical Blueprint: Holter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 Parallelism &amp; Fault Tolerance</a:t>
            </a:r>
          </a:p>
          <a:p>
            <a:r>
              <a:t>Dashboard -&gt; ECG Page -&gt; Holter Writer -&gt; Analysis Worker -&gt; Report -&gt; History</a:t>
            </a:r>
          </a:p>
          <a:p>
            <a:r>
              <a:t>- Clinical Config Layer: YAML-driven thresholds (VT rates, pauses)</a:t>
            </a:r>
          </a:p>
          <a:p>
            <a:r>
              <a:t>- Session Integrity: Fault-tolerant storage domains</a:t>
            </a:r>
          </a:p>
          <a:p>
            <a:r>
              <a:t>- Replay Engine: Reconstruct sessions from metrics.jsonl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066CC"/>
                </a:solidFill>
              </a:defRPr>
            </a:pPr>
            <a:r>
              <a:t>2026 Strategic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Ankur Sir's 6-Month Goals:</a:t>
            </a:r>
          </a:p>
          <a:p>
            <a:r>
              <a:t>1. CDSCO Scaling: UltraMax &amp; VT Series market expansion.</a:t>
            </a:r>
          </a:p>
          <a:p>
            <a:r>
              <a:t>2. Mobile App Launch: Integrated CardioX App for all devices.</a:t>
            </a:r>
          </a:p>
          <a:p>
            <a:r>
              <a:t>3. PHC Deployment: 500+ Clinics across North India.</a:t>
            </a:r>
          </a:p>
          <a:p>
            <a:r>
              <a:t>4. Remote Monitoring: Cloud Dashboard v1.0 for hospital oversight.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